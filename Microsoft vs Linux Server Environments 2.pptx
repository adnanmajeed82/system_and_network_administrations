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A30E-A938-0BAB-83E1-1183B5BE7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8296C-1553-C4B2-D101-44710081C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695C7-CB95-1347-65C0-AEA3B2C1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5AF50-3FC3-7353-FFED-C1611FAE2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F3F9E-B62D-2F75-F796-C3A74039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56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B7EC4-D65A-E293-4261-F7AFA890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7E999-4667-A4ED-6014-A2293F642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CCD80-FAB3-0363-EB94-FAD3F6AE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57C8C-A0AC-D855-6B14-F453D7F0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D63-0A54-08BA-22FE-AEBE8BA0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8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FBCF-7A47-9A68-68E6-C78D0203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0F5A5-99D4-977E-BF0C-15E7BC7E0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A21FC-C9B8-5CBD-181D-8E744AD3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BF078-B1D4-AADD-D648-DC801974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826EC-0E40-6531-7107-05E105CA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2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48BA-ADF4-4658-247D-5CE6E9E5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A0968-C8C2-468D-4952-B5ED0AED4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37280-E357-FA27-4061-478EA19A8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02B70-18D0-42D5-863A-4D74472A5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DE6E5-CFE9-D94B-C00F-323F104AD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07A80-0851-4FCC-17F6-8D40D5392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7C5C-9406-4B78-9FB0-4204C634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615EC-BBE5-CA3F-A21E-E73F88ED6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379FC-AE42-97D4-4720-26916DDAD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E62AFC-2D95-9EE3-DE1F-131969AE5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34596-643B-C9C0-1548-DFBCD8BC7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92CDB-8E9D-944F-5089-ED5619F1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88D50-977F-E781-D7CB-A7FB73F9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3C9EC6-E97C-D20F-CCF5-FAEDFC2B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07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3C93-DCCD-11BA-1683-89F2ECFD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88016-7BAD-F7E3-632B-9F64B060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190F3-7664-A607-1711-F3B20128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69C5B-1507-8DBD-2F15-AE2CC46F7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4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5FDD7D-8874-BEEA-9F3D-CA01AC18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BD397-1228-E75E-25B1-615DFEF5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5D847-C930-E63D-5557-C68A6B21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8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7FF1-84D6-35C6-B5B9-2A8E9EE86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B358-A2A4-387A-6BF5-1555E2D50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AA539-73EE-5F5D-D3EE-D040B5D7C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4D163-9E47-B475-1384-59268E90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300F-754F-0BAD-1F18-8569F361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544BA-4C86-68BE-1041-946BDF92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34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05BC-AE9C-F8D9-326C-0F6277E3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B7B4C1-9D73-DCE0-75DC-8A2DCB783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1CCDA-8862-7706-21E2-1D08931EE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47FE8-B914-4A92-0B8B-54C68D22D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39FEB-8489-C693-AA09-6E533978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B0A48-EA36-84E8-B335-866FCEE9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99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31A9-8541-FDDC-D3C7-51376E26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69D2F-A35E-3879-931B-BBE21DF77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17E58-0FD1-7907-14D6-EB069982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FE704-CD58-3087-988D-ACD2E954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F6A77-5992-EBB2-3F1D-A44621E49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20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BAAE9-C8E7-7F7C-0A08-F7757AF60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E52AA-E165-50B5-726A-D495980BA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A622B-6938-7BEE-2E13-A61D2C50D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55F6D-7348-4F66-9EB3-20C00236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5EEE0-4765-D1BA-663E-A272A363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3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FB345D-22C7-BC48-0F08-86AC66023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0C829-0ABA-4B33-0675-A704DB372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61F16-EA65-D836-F8F9-C3F21476A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6394B-3568-488C-8BB2-ED7F99C120E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83461-53E3-E7BD-4B67-AAC6DD374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CB032-9285-A672-6C8C-4C7DAB479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0FF16-C438-4EF0-8D12-7F52DAD9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443D-09E6-AEED-FEE4-4533861AC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Microsoft vs Linux Server Environnements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D1C61-2A70-515A-BDCA-D0AABA3018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2: </a:t>
            </a:r>
          </a:p>
          <a:p>
            <a:r>
              <a:rPr lang="en-US" dirty="0"/>
              <a:t>Adnan Majeed </a:t>
            </a:r>
          </a:p>
        </p:txBody>
      </p:sp>
    </p:spTree>
    <p:extLst>
      <p:ext uri="{BB962C8B-B14F-4D97-AF65-F5344CB8AC3E}">
        <p14:creationId xmlns:p14="http://schemas.microsoft.com/office/powerpoint/2010/main" val="104929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A758F-F276-7117-BD55-59BA6403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57EE2-454C-3EB1-280F-943CF8B2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Server Environment</a:t>
            </a:r>
            <a:r>
              <a:rPr lang="en-US" dirty="0"/>
              <a:t>: The operating system and tools used to manage and run applications, networks, and databases.</a:t>
            </a:r>
          </a:p>
          <a:p>
            <a:r>
              <a:rPr lang="en-US" dirty="0"/>
              <a:t>Two major server families:</a:t>
            </a:r>
          </a:p>
          <a:p>
            <a:pPr lvl="1"/>
            <a:r>
              <a:rPr lang="en-US" b="1" dirty="0"/>
              <a:t>Microsoft Windows Server</a:t>
            </a:r>
            <a:endParaRPr lang="en-US" dirty="0"/>
          </a:p>
          <a:p>
            <a:pPr lvl="1"/>
            <a:r>
              <a:rPr lang="en-US" b="1" dirty="0"/>
              <a:t>Linux Server (Ubuntu, CentOS, RedHat, etc.)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3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60D56-CC3C-9120-2BE3-C8C31D94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Comparisons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38A1-C39C-AB49-8597-9C01F716E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🔹 1. Cost &amp; Licensing</a:t>
            </a:r>
          </a:p>
          <a:p>
            <a:r>
              <a:rPr lang="en-US" b="1" dirty="0"/>
              <a:t>Windows Server</a:t>
            </a:r>
            <a:r>
              <a:rPr lang="en-US" dirty="0"/>
              <a:t>: Paid, requires licenses.</a:t>
            </a:r>
          </a:p>
          <a:p>
            <a:r>
              <a:rPr lang="en-US" b="1" dirty="0"/>
              <a:t>Linux</a:t>
            </a:r>
            <a:r>
              <a:rPr lang="en-US" dirty="0"/>
              <a:t>: Free (open-source), some enterprise versions (RHEL, SUSE) are paid with support.</a:t>
            </a:r>
          </a:p>
          <a:p>
            <a:r>
              <a:rPr lang="en-US" b="1" dirty="0"/>
              <a:t>🔹 2. User Interface</a:t>
            </a:r>
          </a:p>
          <a:p>
            <a:r>
              <a:rPr lang="en-US" b="1" dirty="0"/>
              <a:t>Windows Server</a:t>
            </a:r>
            <a:r>
              <a:rPr lang="en-US" dirty="0"/>
              <a:t>: GUI-based (easy for beginners).</a:t>
            </a:r>
          </a:p>
          <a:p>
            <a:r>
              <a:rPr lang="en-US" b="1" dirty="0"/>
              <a:t>Linux</a:t>
            </a:r>
            <a:r>
              <a:rPr lang="en-US" dirty="0"/>
              <a:t>: Mostly command-line (CLI), GUI optional.</a:t>
            </a:r>
          </a:p>
          <a:p>
            <a:r>
              <a:rPr lang="en-US" b="1" dirty="0"/>
              <a:t>🔹 3. Security</a:t>
            </a:r>
          </a:p>
          <a:p>
            <a:r>
              <a:rPr lang="en-US" b="1" dirty="0"/>
              <a:t>Windows Server</a:t>
            </a:r>
            <a:r>
              <a:rPr lang="en-US" dirty="0"/>
              <a:t>: Frequent malware/virus targets, but strong security features (Active Directory, Windows Defender).</a:t>
            </a:r>
          </a:p>
          <a:p>
            <a:r>
              <a:rPr lang="en-US" b="1" dirty="0"/>
              <a:t>Linux</a:t>
            </a:r>
            <a:r>
              <a:rPr lang="en-US" dirty="0"/>
              <a:t>: Generally more secure due to permissions &amp; open-source transparency.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27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75CA8-2639-9108-7B3E-B4062BF4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&amp; Stability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958D-BA1F-5842-17B1-FAD88C98F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Windows Server</a:t>
            </a:r>
            <a:r>
              <a:rPr lang="en-US" dirty="0"/>
              <a:t>: Stable but resource-heavy.</a:t>
            </a:r>
          </a:p>
          <a:p>
            <a:r>
              <a:rPr lang="en-US" b="1" dirty="0"/>
              <a:t>Linux</a:t>
            </a:r>
            <a:r>
              <a:rPr lang="en-US" dirty="0"/>
              <a:t>: Lightweight, better for high-performance, long uptime.</a:t>
            </a:r>
          </a:p>
          <a:p>
            <a:r>
              <a:rPr lang="en-US" b="1" dirty="0"/>
              <a:t>🔹 5. Software &amp; Compatibility</a:t>
            </a:r>
          </a:p>
          <a:p>
            <a:r>
              <a:rPr lang="en-US" b="1" dirty="0"/>
              <a:t>Windows Server</a:t>
            </a:r>
            <a:r>
              <a:rPr lang="en-US" dirty="0"/>
              <a:t>: Best for Microsoft products (MS SQL, Exchange, .NET apps).</a:t>
            </a:r>
          </a:p>
          <a:p>
            <a:r>
              <a:rPr lang="en-US" b="1" dirty="0"/>
              <a:t>Linux</a:t>
            </a:r>
            <a:r>
              <a:rPr lang="en-US" dirty="0"/>
              <a:t>: Preferred for open-source apps, web hosting (Apache, Nginx, MySQL, Python, PHP).</a:t>
            </a:r>
          </a:p>
          <a:p>
            <a:r>
              <a:rPr lang="en-US" b="1" dirty="0"/>
              <a:t>🔹 6. Administration</a:t>
            </a:r>
          </a:p>
          <a:p>
            <a:r>
              <a:rPr lang="en-US" b="1" dirty="0"/>
              <a:t>Windows Server</a:t>
            </a:r>
            <a:r>
              <a:rPr lang="en-US" dirty="0"/>
              <a:t>: Easy GUI tools + PowerShell scripting.</a:t>
            </a:r>
          </a:p>
          <a:p>
            <a:r>
              <a:rPr lang="en-US" b="1" dirty="0"/>
              <a:t>Linux</a:t>
            </a:r>
            <a:r>
              <a:rPr lang="en-US" dirty="0"/>
              <a:t>: CLI-heavy (Bash scripts), requires more technical skills.</a:t>
            </a:r>
          </a:p>
          <a:p>
            <a:r>
              <a:rPr lang="en-US" b="1" dirty="0"/>
              <a:t>🔹 7. Community &amp; Support</a:t>
            </a:r>
          </a:p>
          <a:p>
            <a:r>
              <a:rPr lang="en-US" b="1" dirty="0"/>
              <a:t>Windows Server</a:t>
            </a:r>
            <a:r>
              <a:rPr lang="en-US" dirty="0"/>
              <a:t>: Paid Microsoft support.</a:t>
            </a:r>
          </a:p>
          <a:p>
            <a:r>
              <a:rPr lang="en-US" b="1" dirty="0"/>
              <a:t>Linux</a:t>
            </a:r>
            <a:r>
              <a:rPr lang="en-US" dirty="0"/>
              <a:t>: Huge open-source community, free forums, enterprise paid support available.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01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C1298-627C-C4FF-E72F-B93FAF678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Cases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98815-270F-FBC1-9A20-60ADD8E3C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Windows Server</a:t>
            </a:r>
            <a:r>
              <a:rPr lang="en-US" dirty="0"/>
              <a:t>: Enterprises using Microsoft ecosystem (banks, offices, ERP systems).</a:t>
            </a:r>
          </a:p>
          <a:p>
            <a:r>
              <a:rPr lang="en-US" b="1" dirty="0"/>
              <a:t>Linux Server</a:t>
            </a:r>
            <a:r>
              <a:rPr lang="en-US" dirty="0"/>
              <a:t>: Web servers, cloud platforms, hosting companies, research labs.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Summary</a:t>
            </a:r>
          </a:p>
          <a:p>
            <a:r>
              <a:rPr lang="en-US" b="1" dirty="0"/>
              <a:t>Windows Server</a:t>
            </a:r>
            <a:r>
              <a:rPr lang="en-US" dirty="0"/>
              <a:t> → Easy, GUI-based, costly, great for Microsoft apps.</a:t>
            </a:r>
          </a:p>
          <a:p>
            <a:r>
              <a:rPr lang="en-US" b="1" dirty="0"/>
              <a:t>Linux Server</a:t>
            </a:r>
            <a:r>
              <a:rPr lang="en-US" dirty="0"/>
              <a:t> → Free, secure, high-performance, widely used for hosting &amp; cloud.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07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332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Microsoft vs Linux Server Environnements</vt:lpstr>
      <vt:lpstr>Introduction </vt:lpstr>
      <vt:lpstr>Key Comparisons </vt:lpstr>
      <vt:lpstr>Performance &amp; Stability </vt:lpstr>
      <vt:lpstr>Use Cases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7</cp:revision>
  <dcterms:created xsi:type="dcterms:W3CDTF">2025-08-29T08:51:59Z</dcterms:created>
  <dcterms:modified xsi:type="dcterms:W3CDTF">2025-08-29T08:54:06Z</dcterms:modified>
</cp:coreProperties>
</file>