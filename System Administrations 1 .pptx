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B91E8-B7F7-2451-A015-4D210D284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526166-EF6F-15B3-DA3F-1764897CA1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59CD11-530A-F3C0-8CC9-47076F931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F523F-CFA0-43FB-97A0-CA6D7EC6B8C7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674CE0-E129-AB96-00D4-2463F2334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76189F-F294-90AD-2A4C-B0C78F6A4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34F1C-F4C3-439C-B62E-AE50F27579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9082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4B448-8886-089C-7640-970B9B7FD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54455D-0CEA-F7BC-E613-8C2BB73413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DEF55A-C5B9-4224-3C89-70A1F4B36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F523F-CFA0-43FB-97A0-CA6D7EC6B8C7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C9CEF0-AEE2-236A-3E2F-BC6825E84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04DF4A-5986-E41A-8F0F-F7A3D4683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34F1C-F4C3-439C-B62E-AE50F27579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758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2D302-0D5F-142B-8F3E-CE5483FD9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1C9BCA-17F9-D312-B68B-E6BC4918A0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49F50C-75BB-6E44-C399-A002A49DF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F523F-CFA0-43FB-97A0-CA6D7EC6B8C7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529B15-2C80-911E-B1E0-2A4FF7A4F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B2A588-44AF-3CA1-4685-35628921D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34F1C-F4C3-439C-B62E-AE50F27579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9772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839F6-6C49-2DAD-BDBA-F4FA5B26D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51E76A-77E3-8638-0CFB-73101AD3F8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4EB34A-0711-46D6-ECED-157EAE580E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0CF995-2D4E-5AE8-3C31-6CEE5F65F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F523F-CFA0-43FB-97A0-CA6D7EC6B8C7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FA0982-3CAE-41D8-F96F-F34E8F52B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3C108E-1DEE-CAE8-CC97-F2884ED3A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34F1C-F4C3-439C-B62E-AE50F27579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711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8EC35-A6C8-A8D8-E3D7-8A895F448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76748B-4491-D1C6-37F1-9B934CC0C9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9DFC3A-F5DE-0828-4961-69A826CF8F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6501A7-A6B9-771B-548F-32077B930E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1233D3-67BF-72A4-9CF5-FC7B21755C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9F459C-186B-2AF4-93F3-E6E4F609D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F523F-CFA0-43FB-97A0-CA6D7EC6B8C7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37A0D3-ECE3-DD59-2B9B-D90C0CB49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897D99-4A9E-76BF-B42C-A3910EACB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34F1C-F4C3-439C-B62E-AE50F27579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740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669B1-6C0C-0DD5-BD9D-C84D8A54B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A554C3-163B-F28E-4071-CF12E20D1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F523F-CFA0-43FB-97A0-CA6D7EC6B8C7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21EE1D-3679-EC16-FC54-E2AD6F081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80CB47-E3D3-E62D-6A39-625A5CCF4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34F1C-F4C3-439C-B62E-AE50F27579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421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CFDC52-C223-1C70-A02C-1F9CC32FD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F523F-CFA0-43FB-97A0-CA6D7EC6B8C7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CF8F76-7D97-7670-74B1-43906C3B4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E645A8-729F-FB0D-C5B7-2E6782E0F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34F1C-F4C3-439C-B62E-AE50F27579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372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14F03-19F6-0C17-2C3F-5E82B6795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1427E8-8984-0F33-FA53-BC9CC14827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E28501-573F-D724-C89F-C0DC337047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D82535-FF95-0498-8EB1-D968DED2E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F523F-CFA0-43FB-97A0-CA6D7EC6B8C7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1F1603-66AD-BCFD-4D52-3A3B2DA33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643843-C335-5D3F-52F9-69438EAED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34F1C-F4C3-439C-B62E-AE50F27579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913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4BD34-C633-46E6-06F4-EA3D66D30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240AE3-44D2-7512-8B85-C18EB6840D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87209F-5F18-BB9F-5405-E0AA552637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C7080D-1BAA-D6B2-D4E3-0D98CB429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F523F-CFA0-43FB-97A0-CA6D7EC6B8C7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2425E3-2ED8-EBC1-D124-361FD9FB0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E52171-8F8C-A836-A4DE-56599889D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34F1C-F4C3-439C-B62E-AE50F27579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326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C711F-58FD-F73C-84B0-0249C4516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2380BF-BC8B-E464-BBA5-32D251C0ED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BD082C-1FDB-D2B6-0884-3C6B98C76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F523F-CFA0-43FB-97A0-CA6D7EC6B8C7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A516B-7CB4-EDD1-337C-B157DC4B7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00DC9E-2BB5-A8B6-48AC-54FC956D0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34F1C-F4C3-439C-B62E-AE50F27579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59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C25B47-9385-140D-8F9F-F3497B557E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8F3124-F4E5-6CE2-A870-CA0EA45CCE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555259-D1FB-46D3-0C0A-43BA34812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F523F-CFA0-43FB-97A0-CA6D7EC6B8C7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32FC7C-BF51-AE47-A16A-0D0320EFF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CBF0F3-08D8-2DBA-18A7-08672BF78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34F1C-F4C3-439C-B62E-AE50F27579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774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E6406C-26A4-07C0-E8B6-B436BEE64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1232C3-DE6E-1913-A7F1-4572B44AD6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5EC214-AB84-7998-88E6-68997708AA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CF523F-CFA0-43FB-97A0-CA6D7EC6B8C7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07317E-722F-8E14-E0E3-E137613B67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26680E-7DFD-7179-BCF2-6842D8F5AF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534F1C-F4C3-439C-B62E-AE50F27579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781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E2C4B-B480-F508-0B48-8DD390275FB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System Administrations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47D6DC-8C7F-E4E2-0426-1FAA75B637D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Lecture 1: </a:t>
            </a:r>
          </a:p>
          <a:p>
            <a:r>
              <a:rPr lang="en-US" dirty="0"/>
              <a:t>Adnan Majeed </a:t>
            </a:r>
          </a:p>
        </p:txBody>
      </p:sp>
    </p:spTree>
    <p:extLst>
      <p:ext uri="{BB962C8B-B14F-4D97-AF65-F5344CB8AC3E}">
        <p14:creationId xmlns:p14="http://schemas.microsoft.com/office/powerpoint/2010/main" val="16822583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79C6B-F22A-476D-EC5B-3843FAF82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 to System Administration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2ECDD6-C27E-D349-BF63-BB885A1D54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Definition</a:t>
            </a:r>
            <a:r>
              <a:rPr lang="en-US" dirty="0"/>
              <a:t>: System Administration is the practice of managing, maintaining, and supporting computer systems, servers, and networks.</a:t>
            </a:r>
          </a:p>
          <a:p>
            <a:r>
              <a:rPr lang="en-US" b="1" dirty="0"/>
              <a:t>Goal</a:t>
            </a:r>
            <a:r>
              <a:rPr lang="en-US" dirty="0"/>
              <a:t>: Ensure smooth, secure, and reliable IT infrastructure for organizations.</a:t>
            </a:r>
          </a:p>
          <a:p>
            <a:r>
              <a:rPr lang="en-US" b="1" dirty="0"/>
              <a:t>Role</a:t>
            </a:r>
            <a:r>
              <a:rPr lang="en-US" dirty="0"/>
              <a:t>: System Administrators (</a:t>
            </a:r>
            <a:r>
              <a:rPr lang="en-US" dirty="0" err="1"/>
              <a:t>SysAdmins</a:t>
            </a:r>
            <a:r>
              <a:rPr lang="en-US" dirty="0"/>
              <a:t>) are the backbone of IT operations.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7352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35468-FA86-8081-BC1A-681D996C4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Core Responsibilities of a System Administrator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947AA-95C8-9372-0353-ABD305636A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4125"/>
            <a:ext cx="10515600" cy="5158750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User &amp; Account Management</a:t>
            </a:r>
            <a:endParaRPr lang="en-US" dirty="0"/>
          </a:p>
          <a:p>
            <a:pPr lvl="1"/>
            <a:r>
              <a:rPr lang="en-US" dirty="0"/>
              <a:t>Create, modify, and delete user accounts.</a:t>
            </a:r>
          </a:p>
          <a:p>
            <a:pPr lvl="1"/>
            <a:r>
              <a:rPr lang="en-US" dirty="0"/>
              <a:t>Assign roles and permissions.</a:t>
            </a:r>
          </a:p>
          <a:p>
            <a:pPr lvl="1"/>
            <a:r>
              <a:rPr lang="en-US" dirty="0"/>
              <a:t>Example: Using </a:t>
            </a:r>
            <a:r>
              <a:rPr lang="en-US" dirty="0" err="1"/>
              <a:t>useradd</a:t>
            </a:r>
            <a:r>
              <a:rPr lang="en-US" dirty="0"/>
              <a:t> in Linux or Active Directory in Windows.</a:t>
            </a:r>
          </a:p>
          <a:p>
            <a:r>
              <a:rPr lang="en-US" b="1" dirty="0"/>
              <a:t>System Maintenance</a:t>
            </a:r>
            <a:endParaRPr lang="en-US" dirty="0"/>
          </a:p>
          <a:p>
            <a:pPr lvl="1"/>
            <a:r>
              <a:rPr lang="en-US" dirty="0"/>
              <a:t>Install and configure operating systems (Windows, Linux, macOS).</a:t>
            </a:r>
          </a:p>
          <a:p>
            <a:pPr lvl="1"/>
            <a:r>
              <a:rPr lang="en-US" dirty="0"/>
              <a:t>Apply patches and updates regularly.</a:t>
            </a:r>
          </a:p>
          <a:p>
            <a:pPr lvl="1"/>
            <a:r>
              <a:rPr lang="en-US" dirty="0"/>
              <a:t>Manage software installation.</a:t>
            </a:r>
          </a:p>
          <a:p>
            <a:r>
              <a:rPr lang="en-US" b="1" dirty="0"/>
              <a:t>Network Administration</a:t>
            </a:r>
            <a:endParaRPr lang="en-US" dirty="0"/>
          </a:p>
          <a:p>
            <a:pPr lvl="1"/>
            <a:r>
              <a:rPr lang="en-US" dirty="0"/>
              <a:t>Configure routers, switches, and firewalls.</a:t>
            </a:r>
          </a:p>
          <a:p>
            <a:pPr lvl="1"/>
            <a:r>
              <a:rPr lang="en-US" dirty="0"/>
              <a:t>Manage DNS, DHCP, VPNs, and IP addressing.</a:t>
            </a:r>
          </a:p>
          <a:p>
            <a:pPr lvl="1"/>
            <a:r>
              <a:rPr lang="en-US" dirty="0"/>
              <a:t>Monitor network traffic and performance.</a:t>
            </a:r>
          </a:p>
          <a:p>
            <a:r>
              <a:rPr lang="en-US" b="1" dirty="0"/>
              <a:t>Security Management</a:t>
            </a:r>
            <a:endParaRPr lang="en-US" dirty="0"/>
          </a:p>
          <a:p>
            <a:pPr lvl="1"/>
            <a:r>
              <a:rPr lang="en-US" dirty="0"/>
              <a:t>Set up firewalls, intrusion detection, and antivirus.</a:t>
            </a:r>
          </a:p>
          <a:p>
            <a:pPr lvl="1"/>
            <a:r>
              <a:rPr lang="en-US" dirty="0"/>
              <a:t>Apply security patches.</a:t>
            </a:r>
          </a:p>
          <a:p>
            <a:pPr lvl="1"/>
            <a:r>
              <a:rPr lang="en-US" dirty="0"/>
              <a:t>Enforce password policies and access controls.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95149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699D8-8A3E-68AB-21A3-B64D341D4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latin typeface="Arial" panose="020B0604020202020204" pitchFamily="34" charset="0"/>
              </a:rPr>
              <a:t>Monitoring &amp; Troubleshooting</a:t>
            </a:r>
            <a:br>
              <a:rPr lang="en-US" altLang="en-US" dirty="0">
                <a:latin typeface="Arial" panose="020B0604020202020204" pitchFamily="34" charset="0"/>
              </a:rPr>
            </a:b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BB5C409-193B-0C80-8AD2-3E2D5D428FC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00641"/>
            <a:ext cx="11830483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tools like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Nagios, Zabbix, SolarWinds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Monitor CPU, memory, disk usage.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Diagnose and resolve issues quickly.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Automation &amp; Scripting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Automate repetitive tasks using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Bash, PowerShell, or Python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 A script to auto-backup user data at midnight.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Documentation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Keep detailed logs of configurations, updates, and fixes.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Helps in troubleshooting and audits.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01841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CC596-1EB3-AAFD-10B8-82FBFE6D4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A3FDBE-082E-02B3-4ABF-3C31B6F128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Backup &amp; Recovery</a:t>
            </a:r>
            <a:endParaRPr lang="en-US" dirty="0"/>
          </a:p>
          <a:p>
            <a:r>
              <a:rPr lang="en-US" dirty="0"/>
              <a:t>Schedule automatic backups.</a:t>
            </a:r>
          </a:p>
          <a:p>
            <a:r>
              <a:rPr lang="en-US" dirty="0"/>
              <a:t>Test disaster recovery plans.</a:t>
            </a:r>
          </a:p>
          <a:p>
            <a:r>
              <a:rPr lang="en-US" dirty="0"/>
              <a:t>Tools: Veeam, </a:t>
            </a:r>
            <a:r>
              <a:rPr lang="en-US" dirty="0" err="1"/>
              <a:t>Bacula</a:t>
            </a:r>
            <a:r>
              <a:rPr lang="en-US" dirty="0"/>
              <a:t>, Windows Backup.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8754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EA3B3-F6E9-0816-FF6A-4CA7D760B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Essential Skills for System Administrators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27D4FF-27F4-D355-F0E4-607C741778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Operating Systems</a:t>
            </a:r>
            <a:r>
              <a:rPr lang="en-US" dirty="0"/>
              <a:t>: Windows Server, Linux (Ubuntu, CentOS, RedHat).</a:t>
            </a:r>
          </a:p>
          <a:p>
            <a:r>
              <a:rPr lang="en-US" b="1" dirty="0"/>
              <a:t>Networking</a:t>
            </a:r>
            <a:r>
              <a:rPr lang="en-US" dirty="0"/>
              <a:t>: TCP/IP, DNS, DHCP, VPN.</a:t>
            </a:r>
          </a:p>
          <a:p>
            <a:r>
              <a:rPr lang="en-US" b="1" dirty="0"/>
              <a:t>Virtualization &amp; Cloud</a:t>
            </a:r>
            <a:r>
              <a:rPr lang="en-US" dirty="0"/>
              <a:t>: VMware, Hyper-V, Docker, Kubernetes, AWS, Azure.</a:t>
            </a:r>
          </a:p>
          <a:p>
            <a:r>
              <a:rPr lang="en-US" b="1" dirty="0"/>
              <a:t>Security</a:t>
            </a:r>
            <a:r>
              <a:rPr lang="en-US" dirty="0"/>
              <a:t>: Firewalls, encryption, authentication, patch management.</a:t>
            </a:r>
          </a:p>
          <a:p>
            <a:r>
              <a:rPr lang="en-US" b="1" dirty="0"/>
              <a:t>Programming/Scripting</a:t>
            </a:r>
            <a:r>
              <a:rPr lang="en-US" dirty="0"/>
              <a:t>: Python, PowerShell, Bash.</a:t>
            </a:r>
          </a:p>
          <a:p>
            <a:r>
              <a:rPr lang="en-US" b="1" dirty="0"/>
              <a:t>Soft Skills</a:t>
            </a:r>
            <a:r>
              <a:rPr lang="en-US" dirty="0"/>
              <a:t>: Problem-solving, communication, documentation.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87483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57F3A-7AA0-2EE4-A202-6CA1DD749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Tools &amp; Technologies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A80055-81CE-056E-980F-E0278A2E75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Monitoring</a:t>
            </a:r>
            <a:r>
              <a:rPr lang="en-US" dirty="0"/>
              <a:t>: Nagios, Zabbix, PRTG.</a:t>
            </a:r>
          </a:p>
          <a:p>
            <a:r>
              <a:rPr lang="en-US" b="1" dirty="0"/>
              <a:t>Configuration Management</a:t>
            </a:r>
            <a:r>
              <a:rPr lang="en-US" dirty="0"/>
              <a:t>: Ansible, Puppet, Chef.</a:t>
            </a:r>
          </a:p>
          <a:p>
            <a:r>
              <a:rPr lang="en-US" b="1" dirty="0"/>
              <a:t>Version Control</a:t>
            </a:r>
            <a:r>
              <a:rPr lang="en-US" dirty="0"/>
              <a:t>: Git, GitHub.</a:t>
            </a:r>
          </a:p>
          <a:p>
            <a:r>
              <a:rPr lang="en-US" b="1" dirty="0"/>
              <a:t>Virtualization</a:t>
            </a:r>
            <a:r>
              <a:rPr lang="en-US" dirty="0"/>
              <a:t>: VMware, VirtualBox.</a:t>
            </a:r>
          </a:p>
          <a:p>
            <a:r>
              <a:rPr lang="en-US" b="1" dirty="0"/>
              <a:t>Cloud Platforms</a:t>
            </a:r>
            <a:r>
              <a:rPr lang="en-US" dirty="0"/>
              <a:t>: AWS, Azure, GCP.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754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3D298-AB9E-6C05-1E1C-9B8DD0326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Best Practices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07C4D-CE66-7B4F-C4BB-DE4C1848AD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Keep systems updated with patches.</a:t>
            </a:r>
          </a:p>
          <a:p>
            <a:r>
              <a:rPr lang="en-US" dirty="0"/>
              <a:t>Use strong password policies and multi-factor authentication.</a:t>
            </a:r>
          </a:p>
          <a:p>
            <a:r>
              <a:rPr lang="en-US" dirty="0"/>
              <a:t>Regularly back up and test recovery.</a:t>
            </a:r>
          </a:p>
          <a:p>
            <a:r>
              <a:rPr lang="en-US" dirty="0"/>
              <a:t>Automate routine tasks where possible.</a:t>
            </a:r>
          </a:p>
          <a:p>
            <a:r>
              <a:rPr lang="en-US" dirty="0"/>
              <a:t>Maintain detailed documentation.</a:t>
            </a:r>
          </a:p>
          <a:p>
            <a:r>
              <a:rPr lang="en-US" dirty="0"/>
              <a:t>Monitor performance continuously.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7592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45055-F73B-182E-116C-E42514590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Career Path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E528B-F255-9FCF-A2F5-21565EC174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Entry-Level</a:t>
            </a:r>
            <a:r>
              <a:rPr lang="en-US" dirty="0"/>
              <a:t>: Help Desk Technician, Junior </a:t>
            </a:r>
            <a:r>
              <a:rPr lang="en-US" dirty="0" err="1"/>
              <a:t>SysAdmin</a:t>
            </a:r>
            <a:r>
              <a:rPr lang="en-US" dirty="0"/>
              <a:t>.</a:t>
            </a:r>
          </a:p>
          <a:p>
            <a:r>
              <a:rPr lang="en-US" b="1" dirty="0"/>
              <a:t>Mid-Level</a:t>
            </a:r>
            <a:r>
              <a:rPr lang="en-US" dirty="0"/>
              <a:t>: System Administrator, Network Administrator.</a:t>
            </a:r>
          </a:p>
          <a:p>
            <a:r>
              <a:rPr lang="en-US" b="1" dirty="0"/>
              <a:t>Advanced</a:t>
            </a:r>
            <a:r>
              <a:rPr lang="en-US" dirty="0"/>
              <a:t>: Senior </a:t>
            </a:r>
            <a:r>
              <a:rPr lang="en-US" dirty="0" err="1"/>
              <a:t>SysAdmin</a:t>
            </a:r>
            <a:r>
              <a:rPr lang="en-US" dirty="0"/>
              <a:t>, IT Manager, DevOps Engineer, Cloud Architect.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1725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13191-41A9-EFC1-2E8E-7B4F5F2CB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Real-World Examples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504F0B-8C0F-E5AE-7C39-0B66B13BD5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bank</a:t>
            </a:r>
            <a:r>
              <a:rPr lang="en-US" dirty="0"/>
              <a:t> needs 24/7 uptime → </a:t>
            </a:r>
            <a:r>
              <a:rPr lang="en-US" dirty="0" err="1"/>
              <a:t>SysAdmin</a:t>
            </a:r>
            <a:r>
              <a:rPr lang="en-US" dirty="0"/>
              <a:t> ensures high availability servers.</a:t>
            </a:r>
          </a:p>
          <a:p>
            <a:r>
              <a:rPr lang="en-US" dirty="0"/>
              <a:t>A </a:t>
            </a:r>
            <a:r>
              <a:rPr lang="en-US" b="1" dirty="0"/>
              <a:t>university</a:t>
            </a:r>
            <a:r>
              <a:rPr lang="en-US" dirty="0"/>
              <a:t> has 5000+ student accounts → </a:t>
            </a:r>
            <a:r>
              <a:rPr lang="en-US" dirty="0" err="1"/>
              <a:t>SysAdmin</a:t>
            </a:r>
            <a:r>
              <a:rPr lang="en-US" dirty="0"/>
              <a:t> manages accounts, email servers, and lab PCs.</a:t>
            </a:r>
          </a:p>
          <a:p>
            <a:r>
              <a:rPr lang="en-US" dirty="0"/>
              <a:t>An </a:t>
            </a:r>
            <a:r>
              <a:rPr lang="en-US" b="1" dirty="0"/>
              <a:t>e-commerce site</a:t>
            </a:r>
            <a:r>
              <a:rPr lang="en-US" dirty="0"/>
              <a:t> like </a:t>
            </a:r>
            <a:r>
              <a:rPr lang="en-US" dirty="0" err="1"/>
              <a:t>Daraz</a:t>
            </a:r>
            <a:r>
              <a:rPr lang="en-US" dirty="0"/>
              <a:t>/Amazon → </a:t>
            </a:r>
            <a:r>
              <a:rPr lang="en-US" dirty="0" err="1"/>
              <a:t>SysAdmin</a:t>
            </a:r>
            <a:r>
              <a:rPr lang="en-US" dirty="0"/>
              <a:t> ensures secure and fast servers to handle millions of transactions.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40241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511</Words>
  <Application>Microsoft Office PowerPoint</Application>
  <PresentationFormat>Widescreen</PresentationFormat>
  <Paragraphs>66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System Administrations </vt:lpstr>
      <vt:lpstr>Introduction to System Administration </vt:lpstr>
      <vt:lpstr>Core Responsibilities of a System Administrator </vt:lpstr>
      <vt:lpstr>Monitoring &amp; Troubleshooting </vt:lpstr>
      <vt:lpstr>PowerPoint Presentation</vt:lpstr>
      <vt:lpstr>Essential Skills for System Administrators </vt:lpstr>
      <vt:lpstr>Tools &amp; Technologies </vt:lpstr>
      <vt:lpstr>Best Practices </vt:lpstr>
      <vt:lpstr>Career Path </vt:lpstr>
      <vt:lpstr>Real-World Examples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Hp</cp:lastModifiedBy>
  <cp:revision>13</cp:revision>
  <dcterms:created xsi:type="dcterms:W3CDTF">2025-08-29T08:13:35Z</dcterms:created>
  <dcterms:modified xsi:type="dcterms:W3CDTF">2025-08-29T08:51:38Z</dcterms:modified>
</cp:coreProperties>
</file>