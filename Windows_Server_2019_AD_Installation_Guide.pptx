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0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Windows Server 2019 Active Directory Installation &amp;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Step-by-Step Guide with OUs, Roles, and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Windows Server 2019 (Standard/Datacenter)</a:t>
            </a:r>
          </a:p>
          <a:p>
            <a:r>
              <a:t>• Rename computer (e.g., SERVER01)</a:t>
            </a:r>
          </a:p>
          <a:p>
            <a:r>
              <a:t>• Assign static IP and DNS</a:t>
            </a:r>
          </a:p>
          <a:p>
            <a:r>
              <a:t>• Log in as Administrator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Change Computer Name &amp; Configure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t>1. Rename computer → Control Panel → System → Change settings</a:t>
            </a:r>
          </a:p>
          <a:p>
            <a:r>
              <a:t>2. Restart system after renaming.</a:t>
            </a:r>
          </a:p>
          <a:p>
            <a:r>
              <a:t>3. Set static IP in network properties:</a:t>
            </a:r>
          </a:p>
          <a:p>
            <a:r>
              <a:t>   IP: 192.168.1.10</a:t>
            </a:r>
          </a:p>
          <a:p>
            <a:r>
              <a:t>   Subnet: 255.255.255.0</a:t>
            </a:r>
          </a:p>
          <a:p>
            <a:r>
              <a:t>   Gateway: 192.168.1.1</a:t>
            </a:r>
          </a:p>
          <a:p>
            <a:r>
              <a:t>   DNS: 127.0.0.1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Install Active Directory Domain Services (AD 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• Server Manager → Add Roles and Features → AD DS → Install</a:t>
            </a:r>
          </a:p>
          <a:p>
            <a:r>
              <a:t>• Then promote server to Domain Controller</a:t>
            </a:r>
          </a:p>
          <a:p>
            <a:r>
              <a:t>PowerShell command:</a:t>
            </a:r>
          </a:p>
          <a:p>
            <a:r>
              <a:t>Install-WindowsFeature AD-Domain-Services -IncludeManagementTools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Promote Server to Domain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• Choose “Add a new forest” → Domain: mydomain.local</a:t>
            </a:r>
          </a:p>
          <a:p>
            <a:r>
              <a:t>• Set DSRM password</a:t>
            </a:r>
          </a:p>
          <a:p>
            <a:r>
              <a:t>• Install and reboot automatically</a:t>
            </a:r>
          </a:p>
          <a:p>
            <a:r>
              <a:t>• Login as mydomain\Administrator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Verify Domain Controller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• Use PowerShell commands:</a:t>
            </a:r>
          </a:p>
          <a:p>
            <a:r>
              <a:t>   Get-ADDomain</a:t>
            </a:r>
          </a:p>
          <a:p>
            <a:r>
              <a:t>   Get-ADForest</a:t>
            </a:r>
          </a:p>
          <a:p>
            <a:r>
              <a:t>• Or open ADUC: Server Manager → Tools → AD Users and Computers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Create Organizational Units (OUs)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t>Example OU Structure:</a:t>
            </a:r>
          </a:p>
          <a:p>
            <a:r>
              <a:t>• HeadOffice</a:t>
            </a:r>
          </a:p>
          <a:p>
            <a:r>
              <a:t>   ├─ ITDept</a:t>
            </a:r>
          </a:p>
          <a:p>
            <a:r>
              <a:t>   ├─ HRDept</a:t>
            </a:r>
          </a:p>
          <a:p>
            <a:r>
              <a:t>   ├─ FinanceDept</a:t>
            </a:r>
          </a:p>
          <a:p>
            <a:r>
              <a:t>   ├─ Students</a:t>
            </a:r>
          </a:p>
          <a:p>
            <a:r>
              <a:t>   ├─ Staff</a:t>
            </a:r>
          </a:p>
          <a:p>
            <a:r>
              <a:t>   └─ Groups</a:t>
            </a:r>
          </a:p>
          <a:p>
            <a:r>
              <a:t>Steps: Right-click domain → New → Organizational Unit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Create Users and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Create User: Right-click OU → New → User → Set password</a:t>
            </a:r>
          </a:p>
          <a:p>
            <a:r>
              <a:t>Create Group: Right-click OU → New → Group → Set scope (Global/Security)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Join Client Computer to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Client PC → System → Change settings → Domain: mydomain.local</a:t>
            </a:r>
          </a:p>
          <a:p>
            <a:r>
              <a:t>Provide Administrator credentials → Restart → Login as domain user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Authentication in Active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t>Authentication Types:</a:t>
            </a:r>
          </a:p>
          <a:p>
            <a:r>
              <a:t>• Kerberos (default, ticket-based)</a:t>
            </a:r>
          </a:p>
          <a:p>
            <a:r>
              <a:t>• NTLM (legacy)</a:t>
            </a:r>
          </a:p>
          <a:p>
            <a:r>
              <a:t>• LDAP (query protocol)</a:t>
            </a:r>
          </a:p>
          <a:p>
            <a:r>
              <a:t>• SAM (local accounts)</a:t>
            </a:r>
          </a:p>
          <a:p>
            <a:r>
              <a:t>Kerberos Flow:</a:t>
            </a:r>
          </a:p>
          <a:p>
            <a:r>
              <a:t>1. User requests TGT from KDC</a:t>
            </a:r>
          </a:p>
          <a:p>
            <a:r>
              <a:t>2. KDC validates and issues TGT</a:t>
            </a:r>
          </a:p>
          <a:p>
            <a:r>
              <a:t>3. TGT grants access to network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AD DS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• Domain Controller (DC) – handles authentication and security</a:t>
            </a:r>
          </a:p>
          <a:p>
            <a:r>
              <a:t>• Global Catalog (GC) – stores searchable domain data</a:t>
            </a:r>
          </a:p>
          <a:p>
            <a:r>
              <a:t>• DNS Server – name resolution in AD</a:t>
            </a:r>
          </a:p>
          <a:p>
            <a:r>
              <a:t>• FSMO Roles – special single-master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FSMO Roles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Schema Master – controls schema updates</a:t>
            </a:r>
          </a:p>
          <a:p>
            <a:r>
              <a:t>Domain Naming Master – manages domains in forest</a:t>
            </a:r>
          </a:p>
          <a:p>
            <a:r>
              <a:t>RID Master – allocates RID pools</a:t>
            </a:r>
          </a:p>
          <a:p>
            <a:r>
              <a:t>PDC Emulator – time &amp; password management</a:t>
            </a:r>
          </a:p>
          <a:p>
            <a:r>
              <a:t>Infrastructure Master – maintains references between domains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Additional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• Group Policy Management (gpmc.msc)</a:t>
            </a:r>
          </a:p>
          <a:p>
            <a:r>
              <a:t>• DNS Manager (dnsmgmt.msc)</a:t>
            </a:r>
          </a:p>
          <a:p>
            <a:r>
              <a:t>• AD Sites and Services (dssite.msc)</a:t>
            </a:r>
          </a:p>
          <a:p>
            <a:r>
              <a:t>• Verify with:</a:t>
            </a:r>
          </a:p>
          <a:p>
            <a:r>
              <a:t>   netdom query fsmo</a:t>
            </a:r>
          </a:p>
          <a:p>
            <a:r>
              <a:t>   Get-ADUser -Filter 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Diagram – Domain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Diagram: Example hierarchical AD structure showing domain, OUs (IT, HR, Finance), and users.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Diagram – Kerberos 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Diagram: Kerberos process showing User → KDC → TGT → Service Ticket → Server resource access.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Diagram – FSMO Role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Diagram: Forest level (Schema Master, Domain Naming Master) and Domain level (RID, PDC, Infrastructure).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✅ Active Directory installed and promoted</a:t>
            </a:r>
          </a:p>
          <a:p>
            <a:r>
              <a:t>✅ Organizational Units created</a:t>
            </a:r>
          </a:p>
          <a:p>
            <a:r>
              <a:t>✅ Authentication configured (Kerberos/NTLM)</a:t>
            </a:r>
          </a:p>
          <a:p>
            <a:r>
              <a:t>✅ FSMO roles understood</a:t>
            </a:r>
          </a:p>
          <a:p>
            <a:r>
              <a:t>✅ Client joined to domain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608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Windows Server 2019 Active Directory Installation &amp; Configuration</vt:lpstr>
      <vt:lpstr>1. Prerequisites</vt:lpstr>
      <vt:lpstr>2. Change Computer Name &amp; Configure IP</vt:lpstr>
      <vt:lpstr>3. Install Active Directory Domain Services (AD DS)</vt:lpstr>
      <vt:lpstr>4. Promote Server to Domain Controller</vt:lpstr>
      <vt:lpstr>5. Verify Domain Controller Setup</vt:lpstr>
      <vt:lpstr>6. Create Organizational Units (OUs)</vt:lpstr>
      <vt:lpstr>7. Create Users and Groups</vt:lpstr>
      <vt:lpstr>8. Join Client Computer to Domain</vt:lpstr>
      <vt:lpstr>9. Authentication in Active Directory</vt:lpstr>
      <vt:lpstr>10. AD DS Roles and Responsibilities</vt:lpstr>
      <vt:lpstr>11. FSMO Roles Overview</vt:lpstr>
      <vt:lpstr>12. Additional Configurations</vt:lpstr>
      <vt:lpstr>13. Diagram – Domain Structure</vt:lpstr>
      <vt:lpstr>14. Diagram – Kerberos Authentication Flow</vt:lpstr>
      <vt:lpstr>15. Diagram – FSMO Role Hierarchy</vt:lpstr>
      <vt:lpstr>16.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2025-11-04T05:50:12Z</dcterms:modified>
  <cp:category/>
</cp:coreProperties>
</file>